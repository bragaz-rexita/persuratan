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alibri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91" d="100"/>
          <a:sy n="91" d="100"/>
        </p:scale>
        <p:origin x="-1248" y="-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076931">
            <a:off x="255242" y="-3257663"/>
            <a:ext cx="5518178" cy="4828406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E384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3499086">
            <a:off x="2231726" y="9178626"/>
            <a:ext cx="5518178" cy="4828406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E384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7076931">
            <a:off x="5072513" y="-3257663"/>
            <a:ext cx="5518178" cy="4828406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66C7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3499086">
            <a:off x="-2758034" y="8914553"/>
            <a:ext cx="5518178" cy="4828406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66C7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541739" y="698850"/>
            <a:ext cx="2262261" cy="23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6"/>
              </a:lnSpc>
              <a:spcBef>
                <a:spcPct val="0"/>
              </a:spcBef>
            </a:pPr>
            <a:r>
              <a:rPr lang="en-US" sz="1150" spc="11">
                <a:solidFill>
                  <a:srgbClr val="000000"/>
                </a:solidFill>
                <a:latin typeface="Now"/>
              </a:rPr>
              <a:t>Malang, 9 Febuari 2023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0250" y="1393697"/>
            <a:ext cx="2103750" cy="725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6"/>
              </a:lnSpc>
            </a:pPr>
            <a:r>
              <a:rPr lang="en-US" sz="1150" spc="11">
                <a:solidFill>
                  <a:srgbClr val="000000"/>
                </a:solidFill>
                <a:latin typeface="Now"/>
              </a:rPr>
              <a:t>Bpk/Ibu Pimpinan</a:t>
            </a:r>
          </a:p>
          <a:p>
            <a:pPr algn="r">
              <a:lnSpc>
                <a:spcPts val="1966"/>
              </a:lnSpc>
            </a:pPr>
            <a:r>
              <a:rPr lang="en-US" sz="1150" spc="11">
                <a:solidFill>
                  <a:srgbClr val="000000"/>
                </a:solidFill>
                <a:latin typeface="Now"/>
              </a:rPr>
              <a:t>RS PRIMA HUSADA MALANG</a:t>
            </a:r>
          </a:p>
          <a:p>
            <a:pPr algn="r">
              <a:lnSpc>
                <a:spcPts val="1966"/>
              </a:lnSpc>
              <a:spcBef>
                <a:spcPct val="0"/>
              </a:spcBef>
            </a:pPr>
            <a:r>
              <a:rPr lang="en-US" sz="1150" spc="11">
                <a:solidFill>
                  <a:srgbClr val="000000"/>
                </a:solidFill>
                <a:latin typeface="Now"/>
              </a:rPr>
              <a:t>Di Tempat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0250" y="1146306"/>
            <a:ext cx="2103750" cy="24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  <a:spcBef>
                <a:spcPct val="0"/>
              </a:spcBef>
            </a:pPr>
            <a:r>
              <a:rPr lang="en-US" sz="1200" spc="12">
                <a:solidFill>
                  <a:srgbClr val="1E3847"/>
                </a:solidFill>
                <a:latin typeface="Now Bold"/>
              </a:rPr>
              <a:t>Kpd Yth.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518" y="2209236"/>
            <a:ext cx="6456169" cy="621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40"/>
              </a:lnSpc>
            </a:pPr>
            <a:r>
              <a:rPr lang="en-US" sz="1150" dirty="0" err="1">
                <a:solidFill>
                  <a:srgbClr val="000000"/>
                </a:solidFill>
                <a:latin typeface="Now"/>
              </a:rPr>
              <a:t>Dengan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Hormat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,</a:t>
            </a: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yang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bertanda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tangan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dibawah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ini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:</a:t>
            </a: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Nama</a:t>
            </a: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Tempat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/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Tgl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Lahir</a:t>
            </a: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Jenis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kelamin</a:t>
            </a: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Agama</a:t>
            </a: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Pendidikan</a:t>
            </a: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Alamat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                         </a:t>
            </a: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   No.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Telp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/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Hp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            </a:t>
            </a: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 algn="just">
              <a:lnSpc>
                <a:spcPts val="1840"/>
              </a:lnSpc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       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Sehubungan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dengan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informasi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yang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s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aya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peroleh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melalui</a:t>
            </a:r>
            <a:r>
              <a:rPr lang="id-ID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info_lowongan_pekerjaan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pada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tanggal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30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januari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2023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perihal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kesempatan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berkarir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sebagai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Bidan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Maka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dengan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surat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ini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bermaksud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mengajukan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permohonan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lamaran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kerja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untuk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menempati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posisi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tersebut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Sebagai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bahan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pertimbangan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,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lampirkan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:</a:t>
            </a: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en-US" sz="1150" dirty="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algn="just">
              <a:lnSpc>
                <a:spcPts val="1840"/>
              </a:lnSpc>
            </a:pPr>
            <a:r>
              <a:rPr lang="id-ID" sz="1150" dirty="0">
                <a:solidFill>
                  <a:srgbClr val="000000"/>
                </a:solidFill>
                <a:latin typeface="Now"/>
              </a:rPr>
              <a:t>          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Demikian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surat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lamaran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kerja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ini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buat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dengan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sebenar-benarnya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Besar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harapan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untuk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bergabung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di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Rumah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Sakit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yang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Bapak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/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Ibu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pimpin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Atas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perhatiannya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saya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ucapkan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terima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kasih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0250" y="9457084"/>
            <a:ext cx="1982097" cy="23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6"/>
              </a:lnSpc>
              <a:spcBef>
                <a:spcPct val="0"/>
              </a:spcBef>
            </a:pPr>
            <a:r>
              <a:rPr lang="en-US" sz="1150" spc="11">
                <a:solidFill>
                  <a:srgbClr val="1E3847"/>
                </a:solidFill>
                <a:latin typeface="Now Bold"/>
              </a:rPr>
              <a:t>Winda Sari Surya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61076" y="8608765"/>
            <a:ext cx="1982097" cy="230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6"/>
              </a:lnSpc>
              <a:spcBef>
                <a:spcPct val="0"/>
              </a:spcBef>
            </a:pPr>
            <a:r>
              <a:rPr lang="en-US" sz="1150" spc="11" dirty="0" err="1">
                <a:solidFill>
                  <a:srgbClr val="1E3847"/>
                </a:solidFill>
                <a:latin typeface="Now"/>
              </a:rPr>
              <a:t>Hormat</a:t>
            </a:r>
            <a:r>
              <a:rPr lang="en-US" sz="1150" spc="11" dirty="0">
                <a:solidFill>
                  <a:srgbClr val="1E3847"/>
                </a:solidFill>
                <a:latin typeface="Now"/>
              </a:rPr>
              <a:t> </a:t>
            </a:r>
            <a:r>
              <a:rPr lang="en-US" sz="1150" spc="11" dirty="0" err="1">
                <a:solidFill>
                  <a:srgbClr val="1E3847"/>
                </a:solidFill>
                <a:latin typeface="Now"/>
              </a:rPr>
              <a:t>saya</a:t>
            </a:r>
            <a:r>
              <a:rPr lang="en-US" sz="1150" spc="11" dirty="0">
                <a:solidFill>
                  <a:srgbClr val="1E3847"/>
                </a:solidFill>
                <a:latin typeface="Now"/>
              </a:rPr>
              <a:t>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9475" y="2891448"/>
            <a:ext cx="4210007" cy="181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Winda Sari Surya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Tanjung Medan, 28 Desember 1995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Perempuan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Islam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D4 Kebidanan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Tanjung Medan RT/RW 003/005, Desa Tanjung Medan Kecamatan Tambusai Utara Kabupaten Rokan Hulu Riau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082231413152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05170" y="2891448"/>
            <a:ext cx="174306" cy="181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  <a:p>
            <a:pPr>
              <a:lnSpc>
                <a:spcPts val="1840"/>
              </a:lnSpc>
            </a:pPr>
            <a:endParaRPr lang="en-US" sz="1150">
              <a:solidFill>
                <a:srgbClr val="000000"/>
              </a:solidFill>
              <a:latin typeface="Now"/>
            </a:endParaRPr>
          </a:p>
          <a:p>
            <a:pPr>
              <a:lnSpc>
                <a:spcPts val="1840"/>
              </a:lnSpc>
            </a:pPr>
            <a:r>
              <a:rPr lang="en-US" sz="1150">
                <a:solidFill>
                  <a:srgbClr val="000000"/>
                </a:solidFill>
                <a:latin typeface="Now"/>
              </a:rPr>
              <a:t>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8412" y="5871360"/>
            <a:ext cx="5569891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 err="1">
                <a:solidFill>
                  <a:srgbClr val="000000"/>
                </a:solidFill>
                <a:latin typeface="Now"/>
              </a:rPr>
              <a:t>Daftar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Riwayat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Hidup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/ Curriculum Vitae</a:t>
            </a: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Photo copy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Ijazah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Terakhir</a:t>
            </a: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Photo copy STR</a:t>
            </a: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Photo copy KTP</a:t>
            </a: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>
                <a:solidFill>
                  <a:srgbClr val="000000"/>
                </a:solidFill>
                <a:latin typeface="Now"/>
              </a:rPr>
              <a:t>Pas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Foto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4x6 (2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Lembar</a:t>
            </a:r>
            <a:r>
              <a:rPr lang="en-US" sz="1150" dirty="0" smtClean="0">
                <a:solidFill>
                  <a:srgbClr val="000000"/>
                </a:solidFill>
                <a:latin typeface="Now"/>
              </a:rPr>
              <a:t>) </a:t>
            </a:r>
            <a:endParaRPr lang="id-ID" sz="1150" dirty="0">
              <a:solidFill>
                <a:srgbClr val="000000"/>
              </a:solidFill>
              <a:latin typeface="Now"/>
            </a:endParaRPr>
          </a:p>
          <a:p>
            <a:pPr marL="352743" lvl="1" indent="-228600">
              <a:lnSpc>
                <a:spcPts val="1874"/>
              </a:lnSpc>
              <a:buAutoNum type="arabicPeriod"/>
            </a:pPr>
            <a:r>
              <a:rPr lang="en-US" sz="1150" dirty="0" err="1">
                <a:solidFill>
                  <a:srgbClr val="000000"/>
                </a:solidFill>
                <a:latin typeface="Now"/>
              </a:rPr>
              <a:t>Surat</a:t>
            </a:r>
            <a:r>
              <a:rPr lang="en-US" sz="1150" dirty="0">
                <a:solidFill>
                  <a:srgbClr val="000000"/>
                </a:solidFill>
                <a:latin typeface="Now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Now"/>
              </a:rPr>
              <a:t>Sehat</a:t>
            </a:r>
            <a:endParaRPr lang="id-ID" sz="1150" dirty="0">
              <a:solidFill>
                <a:srgbClr val="000000"/>
              </a:solidFill>
              <a:latin typeface="Now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5133">
            <a:off x="5029680" y="8929076"/>
            <a:ext cx="1597970" cy="52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185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Now Bold</vt:lpstr>
      <vt:lpstr>Now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 Winda Sari Surya</dc:title>
  <cp:lastModifiedBy>lenovo</cp:lastModifiedBy>
  <cp:revision>5</cp:revision>
  <dcterms:created xsi:type="dcterms:W3CDTF">2006-08-16T00:00:00Z</dcterms:created>
  <dcterms:modified xsi:type="dcterms:W3CDTF">2023-02-14T10:33:12Z</dcterms:modified>
  <dc:identifier>DAFZBEtDSdc</dc:identifier>
</cp:coreProperties>
</file>